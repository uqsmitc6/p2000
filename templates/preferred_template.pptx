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9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9" r:id="rId6"/>
    <p:sldId id="260" r:id="rId7"/>
    <p:sldId id="262" r:id="rId8"/>
    <p:sldId id="261" r:id="rId9"/>
  </p:sldIdLst>
  <p:sldSz cx="12192000" cy="6858000"/>
  <p:notesSz cx="6797675" cy="9928225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8EEC1C-DC3B-B4C9-BD7C-C2FA2D7BCB77}" name="Evangelene Dickson" initials="ED" userId="S::uqedixo3@uq.edu.au::1a1fcb22-251d-495a-8fa7-60eef34e7f2c" providerId="AD"/>
  <p188:author id="{FC03B334-0E2C-DCEB-5ED8-9969ABD54B6A}" name="Victoria Rosa Sturley" initials="VR" userId="S::uqvrosas@uq.edu.au::885e3978-5aaf-45c8-88ec-c1ed3cb4f80e" providerId="AD"/>
  <p188:author id="{A89B8635-1ADB-8A76-0648-E8EA5D94C18E}" name="Victor Callan" initials="" userId="S::uqvcalla@uq.edu.au::3ea4ba61-25fb-4bd0-adeb-487823a9b200" providerId="AD"/>
  <p188:author id="{1AEB4990-4373-C665-2C19-7A0E53CFE349}" name="Austen Callahan" initials="" userId="S::uqacall3@uq.edu.au::750e4c7f-f12a-40a6-acfc-1e9596b8cb9d" providerId="AD"/>
  <p188:author id="{B72ED6C2-A0C1-9D7C-61B0-17533A553D80}" name="Annissa Hansen" initials="AH" userId="S::uqahan10@uq.edu.au::53155c1a-1752-4554-91a0-1beb9b9581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962A8B"/>
    <a:srgbClr val="1F0029"/>
    <a:srgbClr val="357B64"/>
    <a:srgbClr val="A3CDAB"/>
    <a:srgbClr val="93DD9F"/>
    <a:srgbClr val="FBB800"/>
    <a:srgbClr val="EB602B"/>
    <a:srgbClr val="FFFFFF"/>
    <a:srgbClr val="2EA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637B1-60CD-4E14-A560-19313E0B5442}" v="104" dt="2026-03-16T23:22:11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4783"/>
  </p:normalViewPr>
  <p:slideViewPr>
    <p:cSldViewPr snapToGrid="0">
      <p:cViewPr varScale="1">
        <p:scale>
          <a:sx n="93" d="100"/>
          <a:sy n="93" d="100"/>
        </p:scale>
        <p:origin x="24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10/4/2026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10/4/2026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E7728F-8A85-DF13-E1AF-75E2A93E219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425" y="476672"/>
            <a:ext cx="1584127" cy="4153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934B2-2948-8EFA-273A-78FFEBE064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3003" y="476672"/>
            <a:ext cx="5949572" cy="590507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18E225F-0D36-9E09-0E29-77686F5F9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08560"/>
            <a:ext cx="4660694" cy="1196503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8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  <a:endParaRPr lang="en-AU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6E3F5D4-36F8-373D-D701-0FF8D3E69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293096"/>
            <a:ext cx="4660694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Presentation subtitle goes </a:t>
            </a:r>
            <a:br>
              <a:rPr lang="en-US"/>
            </a:br>
            <a:r>
              <a:rPr lang="en-US"/>
              <a:t>here over two lines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E099D4B-4E15-CEC1-3412-EB3731DC62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2" y="2138783"/>
            <a:ext cx="4660693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Insert entity name here </a:t>
            </a:r>
            <a:br>
              <a:rPr lang="en-US"/>
            </a:br>
            <a:r>
              <a:rPr lang="en-US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341542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urple and purple circles on a purple background&#10;&#10;AI-generated content may be incorrect.">
            <a:extLst>
              <a:ext uri="{FF2B5EF4-FFF2-40B4-BE49-F238E27FC236}">
                <a16:creationId xmlns:a16="http://schemas.microsoft.com/office/drawing/2014/main" id="{AA2200D0-D143-DCBA-A3D4-B712FCB525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539976"/>
            <a:ext cx="7488238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  <a:endParaRPr lang="en-AU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3216991"/>
            <a:ext cx="7488238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Presentation subtitle goes </a:t>
            </a:r>
            <a:br>
              <a:rPr lang="en-US"/>
            </a:br>
            <a:r>
              <a:rPr lang="en-US"/>
              <a:t>here over two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AD11661-531B-4B30-7473-B472BB0D2E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61694"/>
            <a:ext cx="3744913" cy="37501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2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Insert entity name here </a:t>
            </a:r>
            <a:br>
              <a:rPr lang="en-US"/>
            </a:br>
            <a:r>
              <a:rPr lang="en-US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96665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and pink gradient&#10;&#10;AI-generated content may be incorrect.">
            <a:extLst>
              <a:ext uri="{FF2B5EF4-FFF2-40B4-BE49-F238E27FC236}">
                <a16:creationId xmlns:a16="http://schemas.microsoft.com/office/drawing/2014/main" id="{9148998B-84C7-00BD-220C-CC9050D497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3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9E832F7-051D-8941-BEFC-BA3C9EFE1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80569"/>
            <a:ext cx="4228645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  <a:endParaRPr lang="en-AU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8A46B0F-6D19-4504-BB7C-AD33C5953E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365104"/>
            <a:ext cx="4228645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Presentation subtitle goes </a:t>
            </a:r>
            <a:br>
              <a:rPr lang="en-US"/>
            </a:br>
            <a:r>
              <a:rPr lang="en-US"/>
              <a:t>here over two lines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DA8C480-5E98-C233-4D6F-1C16AE04E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1985159"/>
            <a:ext cx="4199908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Insert entity name here </a:t>
            </a:r>
            <a:br>
              <a:rPr lang="en-US"/>
            </a:br>
            <a:r>
              <a:rPr lang="en-US"/>
              <a:t>over one or two lines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EFEBA-1D32-4499-C65C-D81E28CD37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1" y="476250"/>
            <a:ext cx="1584127" cy="415356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1C16364-654B-057D-C4FF-2A0477FFA3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6318" y="1"/>
            <a:ext cx="6856415" cy="6858003"/>
          </a:xfrm>
          <a:custGeom>
            <a:avLst/>
            <a:gdLst>
              <a:gd name="csX0" fmla="*/ 0 w 6856415"/>
              <a:gd name="csY0" fmla="*/ 0 h 6858003"/>
              <a:gd name="csX1" fmla="*/ 6856415 w 6856415"/>
              <a:gd name="csY1" fmla="*/ 0 h 6858003"/>
              <a:gd name="csX2" fmla="*/ 6856415 w 6856415"/>
              <a:gd name="csY2" fmla="*/ 2914345 h 6858003"/>
              <a:gd name="csX3" fmla="*/ 3475968 w 6856415"/>
              <a:gd name="csY3" fmla="*/ 6842391 h 6858003"/>
              <a:gd name="csX4" fmla="*/ 3425606 w 6856415"/>
              <a:gd name="csY4" fmla="*/ 6858003 h 6858003"/>
              <a:gd name="csX5" fmla="*/ 3375244 w 6856415"/>
              <a:gd name="csY5" fmla="*/ 6842183 h 6858003"/>
              <a:gd name="csX6" fmla="*/ 0 w 6856415"/>
              <a:gd name="csY6" fmla="*/ 2914345 h 6858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6415" h="6858003">
                <a:moveTo>
                  <a:pt x="0" y="0"/>
                </a:moveTo>
                <a:lnTo>
                  <a:pt x="6856415" y="0"/>
                </a:lnTo>
                <a:lnTo>
                  <a:pt x="6856415" y="2914345"/>
                </a:lnTo>
                <a:cubicBezTo>
                  <a:pt x="6856415" y="4578940"/>
                  <a:pt x="5434645" y="6230838"/>
                  <a:pt x="3475968" y="6842391"/>
                </a:cubicBezTo>
                <a:lnTo>
                  <a:pt x="3425606" y="6858003"/>
                </a:lnTo>
                <a:lnTo>
                  <a:pt x="3375244" y="6842183"/>
                </a:lnTo>
                <a:cubicBezTo>
                  <a:pt x="1419479" y="6230006"/>
                  <a:pt x="0" y="4578108"/>
                  <a:pt x="0" y="291434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84447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9260399-596A-9C24-223D-E3272F91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6814219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Contents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847FA-1991-B5DE-D0B8-B130ED59C9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ED20FD1A-D07E-976E-EE58-6C1854E04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EFADAFC-35C0-7FF8-7AEC-AA9470906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3511A177-3064-9265-EA29-DEC181F5803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26974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DFDD0B3A-4305-B55A-4748-3C6086E3731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03199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83F5E66-EFB5-7C96-2B25-8050F9A74F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942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55" name="Text Placeholder 50">
            <a:extLst>
              <a:ext uri="{FF2B5EF4-FFF2-40B4-BE49-F238E27FC236}">
                <a16:creationId xmlns:a16="http://schemas.microsoft.com/office/drawing/2014/main" id="{DB25363F-6960-462A-6024-058EE2DCF55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6" name="Text Placeholder 50">
            <a:extLst>
              <a:ext uri="{FF2B5EF4-FFF2-40B4-BE49-F238E27FC236}">
                <a16:creationId xmlns:a16="http://schemas.microsoft.com/office/drawing/2014/main" id="{3D22C2E7-B324-D8E4-7D70-CBD7E813F5D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3199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93F7F85B-A63E-916D-240E-C6BC4B813C4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03199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8" name="Text Placeholder 50">
            <a:extLst>
              <a:ext uri="{FF2B5EF4-FFF2-40B4-BE49-F238E27FC236}">
                <a16:creationId xmlns:a16="http://schemas.microsoft.com/office/drawing/2014/main" id="{A75FEC3F-4A08-4034-3C6E-FBDC1654944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2697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613BB411-4D8A-51A3-FA0C-A818E3E03F8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697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98D33835-74AF-8A30-B9EE-9FDABEB6C9E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9425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2D780CF7-9FFC-8427-F804-9606032B18B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6974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2" name="Text Placeholder 20">
            <a:extLst>
              <a:ext uri="{FF2B5EF4-FFF2-40B4-BE49-F238E27FC236}">
                <a16:creationId xmlns:a16="http://schemas.microsoft.com/office/drawing/2014/main" id="{4035CACC-6326-0D5E-AB24-2AC017FBEE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303199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3" name="Text Placeholder 50">
            <a:extLst>
              <a:ext uri="{FF2B5EF4-FFF2-40B4-BE49-F238E27FC236}">
                <a16:creationId xmlns:a16="http://schemas.microsoft.com/office/drawing/2014/main" id="{C3E340EE-A2F0-1159-9329-5756F5F7BE5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942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64" name="Text Placeholder 50">
            <a:extLst>
              <a:ext uri="{FF2B5EF4-FFF2-40B4-BE49-F238E27FC236}">
                <a16:creationId xmlns:a16="http://schemas.microsoft.com/office/drawing/2014/main" id="{2BD0702A-F825-BAB6-1EA1-99964C0486F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942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5" name="Text Placeholder 50">
            <a:extLst>
              <a:ext uri="{FF2B5EF4-FFF2-40B4-BE49-F238E27FC236}">
                <a16:creationId xmlns:a16="http://schemas.microsoft.com/office/drawing/2014/main" id="{BB198AFA-CC9D-5A32-C6D5-8EE55C48B6E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303199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0A64674F-9532-C648-EA82-43BE721C86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03199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7" name="Text Placeholder 50">
            <a:extLst>
              <a:ext uri="{FF2B5EF4-FFF2-40B4-BE49-F238E27FC236}">
                <a16:creationId xmlns:a16="http://schemas.microsoft.com/office/drawing/2014/main" id="{3310ED37-C52F-7262-0B80-E0D70DF28B1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12697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68" name="Text Placeholder 50">
            <a:extLst>
              <a:ext uri="{FF2B5EF4-FFF2-40B4-BE49-F238E27FC236}">
                <a16:creationId xmlns:a16="http://schemas.microsoft.com/office/drawing/2014/main" id="{F2ABF0B6-6F3B-3D8A-C607-D1DD4DE7F42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2697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9" name="Text Placeholder 50">
            <a:extLst>
              <a:ext uri="{FF2B5EF4-FFF2-40B4-BE49-F238E27FC236}">
                <a16:creationId xmlns:a16="http://schemas.microsoft.com/office/drawing/2014/main" id="{258D4A9D-7F5A-B58B-F1C5-5FA54508EA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942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70" name="Text Placeholder 50">
            <a:extLst>
              <a:ext uri="{FF2B5EF4-FFF2-40B4-BE49-F238E27FC236}">
                <a16:creationId xmlns:a16="http://schemas.microsoft.com/office/drawing/2014/main" id="{41C82DD2-5FEE-DF74-B91A-08EA68F5617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942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1" name="Text Placeholder 50">
            <a:extLst>
              <a:ext uri="{FF2B5EF4-FFF2-40B4-BE49-F238E27FC236}">
                <a16:creationId xmlns:a16="http://schemas.microsoft.com/office/drawing/2014/main" id="{C419A681-6FA3-F318-75CB-2CA99437ED9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03199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72" name="Text Placeholder 50">
            <a:extLst>
              <a:ext uri="{FF2B5EF4-FFF2-40B4-BE49-F238E27FC236}">
                <a16:creationId xmlns:a16="http://schemas.microsoft.com/office/drawing/2014/main" id="{213566ED-E0D9-DD79-95EA-43E7D8E0043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303199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3" name="Text Placeholder 50">
            <a:extLst>
              <a:ext uri="{FF2B5EF4-FFF2-40B4-BE49-F238E27FC236}">
                <a16:creationId xmlns:a16="http://schemas.microsoft.com/office/drawing/2014/main" id="{8164237E-900B-19D5-C46E-1A05AB248B1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12697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74" name="Text Placeholder 50">
            <a:extLst>
              <a:ext uri="{FF2B5EF4-FFF2-40B4-BE49-F238E27FC236}">
                <a16:creationId xmlns:a16="http://schemas.microsoft.com/office/drawing/2014/main" id="{89819A83-5634-E387-5A8A-776CB57C08F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2697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7688CC-CF50-8B09-6349-D9EBFF6CFAF6}"/>
              </a:ext>
            </a:extLst>
          </p:cNvPr>
          <p:cNvSpPr/>
          <p:nvPr userDrawn="1"/>
        </p:nvSpPr>
        <p:spPr>
          <a:xfrm>
            <a:off x="0" y="286"/>
            <a:ext cx="12192000" cy="6857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9121" y="1628774"/>
            <a:ext cx="5616575" cy="47529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87503C3-B6DF-DC97-7CC2-D17E823DC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21" y="895344"/>
            <a:ext cx="681421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Contents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633E9-6EF0-67DF-EDBA-DD8C76BCF21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8BAA408-E3C2-1785-01EB-39071591CA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4DFBF4C-8CC5-D979-7560-108442F979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B9798F-A694-B632-320E-87B23996EA42}"/>
              </a:ext>
            </a:extLst>
          </p:cNvPr>
          <p:cNvSpPr/>
          <p:nvPr userDrawn="1"/>
        </p:nvSpPr>
        <p:spPr>
          <a:xfrm>
            <a:off x="9768408" y="152687"/>
            <a:ext cx="2423592" cy="1044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urple and pink circles&#10;&#10;AI-generated content may be incorrect.">
            <a:extLst>
              <a:ext uri="{FF2B5EF4-FFF2-40B4-BE49-F238E27FC236}">
                <a16:creationId xmlns:a16="http://schemas.microsoft.com/office/drawing/2014/main" id="{FE7F088E-A593-E0D0-876C-D0E5DE6E3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379" y="476250"/>
            <a:ext cx="39624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6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E17441-3242-4A2B-A38D-01AD5E507A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69D81-322F-846D-FCF2-3F26F1B21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6632C79-E6EF-8603-13B6-430F0089D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636912"/>
            <a:ext cx="4529596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Divider slide </a:t>
            </a:r>
            <a:br>
              <a:rPr lang="en-US"/>
            </a:br>
            <a:r>
              <a:rPr lang="en-US"/>
              <a:t>title goes here</a:t>
            </a:r>
            <a:endParaRPr lang="en-AU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D6E4D25-A5E9-48E9-3262-EC46D37667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2132856"/>
            <a:ext cx="1780373" cy="3504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24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01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422C64C-6E74-694B-7D11-5A95CF8ED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7066" y="2644009"/>
            <a:ext cx="3279414" cy="124371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prae</a:t>
            </a:r>
            <a:r>
              <a:rPr lang="en-US"/>
              <a:t> sent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977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11233149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90402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CEFE01E-62B6-86EC-5B5C-F1EC7A5A19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A7C31BB-BBB5-01D3-C03A-56100B5B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84F05AB-744C-B436-B6DE-9CB6380731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F4138E5-B1E7-1B20-8E5C-D58ECB0091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1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83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830ECCD8-80B1-EF49-1930-8671D36FB1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84C1955-2009-E738-2E69-5C68F226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75E1D-FF13-4267-440E-2C862D6A53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F6E292F-64A1-B92F-821C-5D5374F553FE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785857AA-3C69-6FBB-4A53-A62053F0C40A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035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268761"/>
            <a:ext cx="3485677" cy="1799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205F563-7148-A4BC-065D-70F31E7CD2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D34AD85-3B68-F6E4-2B32-A5E634C6A17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19D9DDF-5659-A8CD-1F31-621F560242E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293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79CCB2B-EA6A-07F3-E374-7C69E2AA4BB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4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A629DB-68F8-4F09-503D-5AA9266F7E1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8F0D21FF-80A7-826A-4A58-57A092E872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256D2-F837-AC53-A987-93959E061C5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9234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3F9B7C-CB28-3A90-481A-DC6BEF640652}"/>
              </a:ext>
            </a:extLst>
          </p:cNvPr>
          <p:cNvSpPr/>
          <p:nvPr userDrawn="1"/>
        </p:nvSpPr>
        <p:spPr>
          <a:xfrm>
            <a:off x="0" y="286"/>
            <a:ext cx="12192000" cy="685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0F3E36A-4EBF-47B9-BCC1-75D2781A09E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484784"/>
            <a:ext cx="3587751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003AB8B9-705D-9EB6-61DF-4A1C6194F0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484784"/>
            <a:ext cx="3485678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43997FD-E4BE-6666-7605-3DC69034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484785"/>
            <a:ext cx="3585888" cy="136807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8CD5B7-3BBA-3A3A-0CFF-D990A76AA2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3284662"/>
            <a:ext cx="3744914" cy="273662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CBF3F8-121A-7C93-0AA4-68702D146F2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3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832EEB49-E3E8-2949-364A-7A731489AEFA}"/>
              </a:ext>
            </a:extLst>
          </p:cNvPr>
          <p:cNvSpPr/>
          <p:nvPr userDrawn="1"/>
        </p:nvSpPr>
        <p:spPr>
          <a:xfrm flipH="1" flipV="1">
            <a:off x="8124826" y="0"/>
            <a:ext cx="4067173" cy="6858000"/>
          </a:xfrm>
          <a:prstGeom prst="round1Rect">
            <a:avLst>
              <a:gd name="adj" fmla="val 36146"/>
            </a:avLst>
          </a:prstGeom>
          <a:gradFill>
            <a:gsLst>
              <a:gs pos="0">
                <a:schemeClr val="accent2"/>
              </a:gs>
              <a:gs pos="4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92295" y="156527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192295" y="278129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92295" y="399730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192295" y="521332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688162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688162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688162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688162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5276696D-8D14-4585-9604-5A008488CFB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4EB503B-F620-32DF-36DF-10A7FBA9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7390685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6F8CCC-8CBE-E992-6E21-C9AB4B1A34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739068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BA7640B-B8AC-33C0-35DA-CEEFFC9B821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798AF3-3C99-5F49-CB7E-1E0E7D35FFC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DF27665-A294-1EA5-FA10-A5E2C8A9E5E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66DC6-E98D-4EB4-3BE2-DBD96355BA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2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4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insert graph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83074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/>
              <a:t>[Graph title]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9117C5C-8131-4EBC-FB2F-515A84B9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4ED851F-A74B-8BEB-BD56-328B63E755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DD4130B3-A21B-BC5E-65C5-C4114440B1F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7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insert graph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FA429BF-02FC-9EB2-8DE8-364B75C4DCF9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90327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193769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4750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8BC80DF-B4A1-B427-757B-C8F10AB6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BF508D1-ECA5-3CA6-0BF5-15748D904F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8EA84CA-9C46-6B04-A550-7D02537DA96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79424" y="448017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959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7109590-4252-2C31-19EF-25F6AD9873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CE408F5-62CC-4EB4-5FDD-927F021A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D91BB3C-538D-90D4-3CED-E09116993D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6750F02-6810-AFC6-7EB5-8805498279D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0" y="2255224"/>
            <a:ext cx="732814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021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C11E16D7-E5EB-37A0-5AD9-2394356E38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39068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AA8668-06C8-FA91-21F0-BE6E9CE8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A358A85-0EFD-E04C-E56D-736FED2D72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84ACD41-4423-E11C-E6D4-A1AB88C254D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614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A8FC85D-D8A3-881C-1F52-364C4980DC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8181528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/>
              <a:t>Insert image and send to back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BC66E0C-5E5E-C471-C0DD-5A0908B6090B}"/>
              </a:ext>
            </a:extLst>
          </p:cNvPr>
          <p:cNvSpPr/>
          <p:nvPr userDrawn="1"/>
        </p:nvSpPr>
        <p:spPr>
          <a:xfrm flipV="1">
            <a:off x="-2" y="-2"/>
            <a:ext cx="4224339" cy="6381750"/>
          </a:xfrm>
          <a:custGeom>
            <a:avLst/>
            <a:gdLst>
              <a:gd name="csX0" fmla="*/ 0 w 4224339"/>
              <a:gd name="csY0" fmla="*/ 6381750 h 6381750"/>
              <a:gd name="csX1" fmla="*/ 4224339 w 4224339"/>
              <a:gd name="csY1" fmla="*/ 6381750 h 6381750"/>
              <a:gd name="csX2" fmla="*/ 4224339 w 4224339"/>
              <a:gd name="csY2" fmla="*/ 1526928 h 6381750"/>
              <a:gd name="csX3" fmla="*/ 2853529 w 4224339"/>
              <a:gd name="csY3" fmla="*/ 7881 h 6381750"/>
              <a:gd name="csX4" fmla="*/ 2697449 w 4224339"/>
              <a:gd name="csY4" fmla="*/ 0 h 6381750"/>
              <a:gd name="csX5" fmla="*/ 0 w 4224339"/>
              <a:gd name="csY5" fmla="*/ 0 h 6381750"/>
              <a:gd name="csX6" fmla="*/ 0 w 4224339"/>
              <a:gd name="csY6" fmla="*/ 6381750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24339" h="6381750">
                <a:moveTo>
                  <a:pt x="0" y="6381750"/>
                </a:moveTo>
                <a:lnTo>
                  <a:pt x="4224339" y="6381750"/>
                </a:lnTo>
                <a:lnTo>
                  <a:pt x="4224339" y="1526928"/>
                </a:lnTo>
                <a:cubicBezTo>
                  <a:pt x="4224339" y="736334"/>
                  <a:pt x="3623492" y="86076"/>
                  <a:pt x="2853529" y="7881"/>
                </a:cubicBezTo>
                <a:lnTo>
                  <a:pt x="2697449" y="0"/>
                </a:lnTo>
                <a:lnTo>
                  <a:pt x="0" y="0"/>
                </a:lnTo>
                <a:lnTo>
                  <a:pt x="0" y="638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1198"/>
            <a:ext cx="3312320" cy="1241658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>
                <a:solidFill>
                  <a:schemeClr val="bg1"/>
                </a:solidFill>
              </a:rPr>
              <a:t>Click to edit Master title style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E97D5DBB-B4A6-4BEC-5ACC-FD2EA2AE3F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D65D4F27-BE5A-565C-2DAE-B92AC6727C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A6C279F-EDA7-57F0-098A-A5B1F80205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-9974" y="0"/>
            <a:ext cx="12191999" cy="6381751"/>
          </a:xfrm>
          <a:custGeom>
            <a:avLst/>
            <a:gdLst>
              <a:gd name="csX0" fmla="*/ 0 w 12191999"/>
              <a:gd name="csY0" fmla="*/ 0 h 6381751"/>
              <a:gd name="csX1" fmla="*/ 12191999 w 12191999"/>
              <a:gd name="csY1" fmla="*/ 0 h 6381751"/>
              <a:gd name="csX2" fmla="*/ 12191999 w 12191999"/>
              <a:gd name="csY2" fmla="*/ 6381751 h 6381751"/>
              <a:gd name="csX3" fmla="*/ 2697451 w 12191999"/>
              <a:gd name="csY3" fmla="*/ 6381751 h 6381751"/>
              <a:gd name="csX4" fmla="*/ 2853531 w 12191999"/>
              <a:gd name="csY4" fmla="*/ 6373870 h 6381751"/>
              <a:gd name="csX5" fmla="*/ 4224342 w 12191999"/>
              <a:gd name="csY5" fmla="*/ 4854823 h 6381751"/>
              <a:gd name="csX6" fmla="*/ 4224342 w 12191999"/>
              <a:gd name="csY6" fmla="*/ 1 h 6381751"/>
              <a:gd name="csX7" fmla="*/ 2 w 12191999"/>
              <a:gd name="csY7" fmla="*/ 1 h 6381751"/>
              <a:gd name="csX8" fmla="*/ 2 w 12191999"/>
              <a:gd name="csY8" fmla="*/ 6381751 h 6381751"/>
              <a:gd name="csX9" fmla="*/ 0 w 12191999"/>
              <a:gd name="csY9" fmla="*/ 6381751 h 6381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1999" h="6381751">
                <a:moveTo>
                  <a:pt x="0" y="0"/>
                </a:moveTo>
                <a:lnTo>
                  <a:pt x="12191999" y="0"/>
                </a:lnTo>
                <a:lnTo>
                  <a:pt x="12191999" y="6381751"/>
                </a:lnTo>
                <a:lnTo>
                  <a:pt x="2697451" y="6381751"/>
                </a:lnTo>
                <a:lnTo>
                  <a:pt x="2853531" y="6373870"/>
                </a:lnTo>
                <a:cubicBezTo>
                  <a:pt x="3623494" y="6295675"/>
                  <a:pt x="4224342" y="5645417"/>
                  <a:pt x="4224342" y="4854823"/>
                </a:cubicBezTo>
                <a:lnTo>
                  <a:pt x="4224342" y="1"/>
                </a:lnTo>
                <a:lnTo>
                  <a:pt x="2" y="1"/>
                </a:lnTo>
                <a:lnTo>
                  <a:pt x="2" y="6381751"/>
                </a:lnTo>
                <a:lnTo>
                  <a:pt x="0" y="638175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16718B7-EF0B-0AAA-4AA7-80B08F0D82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243917"/>
            <a:ext cx="3312320" cy="253470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AU"/>
              <a:t>Enter text here.</a:t>
            </a:r>
          </a:p>
        </p:txBody>
      </p:sp>
    </p:spTree>
    <p:extLst>
      <p:ext uri="{BB962C8B-B14F-4D97-AF65-F5344CB8AC3E}">
        <p14:creationId xmlns:p14="http://schemas.microsoft.com/office/powerpoint/2010/main" val="260348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8010C4D-4846-733B-A504-3488020A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FADF4A9-8D82-B20E-082C-AE0FF06B01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DCFD398-BD29-8074-BF4C-3A802678584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79425" y="2255838"/>
            <a:ext cx="11233149" cy="4125914"/>
          </a:xfrm>
          <a:custGeom>
            <a:avLst/>
            <a:gdLst>
              <a:gd name="csX0" fmla="*/ 0 w 11233149"/>
              <a:gd name="csY0" fmla="*/ 0 h 4125914"/>
              <a:gd name="csX1" fmla="*/ 9780839 w 11233149"/>
              <a:gd name="csY1" fmla="*/ 0 h 4125914"/>
              <a:gd name="csX2" fmla="*/ 9918432 w 11233149"/>
              <a:gd name="csY2" fmla="*/ 6948 h 4125914"/>
              <a:gd name="csX3" fmla="*/ 11233149 w 11233149"/>
              <a:gd name="csY3" fmla="*/ 1463836 h 4125914"/>
              <a:gd name="csX4" fmla="*/ 11233149 w 11233149"/>
              <a:gd name="csY4" fmla="*/ 4125914 h 4125914"/>
              <a:gd name="csX5" fmla="*/ 0 w 11233149"/>
              <a:gd name="csY5" fmla="*/ 4125914 h 4125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233149" h="4125914">
                <a:moveTo>
                  <a:pt x="0" y="0"/>
                </a:moveTo>
                <a:lnTo>
                  <a:pt x="9780839" y="0"/>
                </a:lnTo>
                <a:lnTo>
                  <a:pt x="9918432" y="6948"/>
                </a:lnTo>
                <a:cubicBezTo>
                  <a:pt x="10656889" y="81942"/>
                  <a:pt x="11233149" y="705593"/>
                  <a:pt x="11233149" y="1463836"/>
                </a:cubicBezTo>
                <a:lnTo>
                  <a:pt x="11233149" y="4125914"/>
                </a:lnTo>
                <a:lnTo>
                  <a:pt x="0" y="412591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1968" y="6006222"/>
            <a:ext cx="11200605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 and bring to front</a:t>
            </a:r>
          </a:p>
        </p:txBody>
      </p:sp>
    </p:spTree>
    <p:extLst>
      <p:ext uri="{BB962C8B-B14F-4D97-AF65-F5344CB8AC3E}">
        <p14:creationId xmlns:p14="http://schemas.microsoft.com/office/powerpoint/2010/main" val="145704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9C5E-9C74-3B22-9EF3-7486BE45D0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A41EB4-6FD9-FE6A-2A0E-3807F76DBAE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92C6F02-615C-6B18-5C82-3E0EB988763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21EB1417-F284-8693-4B49-9F2DAA9FE7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32654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A58D727-BB58-3FDD-F908-D614190D9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254264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AF720F-B0B1-5AFC-396A-63C9E3DE51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25426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21820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2F5B3-C559-A051-FED5-A21477E72CA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8F7C4A3-CF6C-9203-4F5F-FB7CE707F0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5617A2B1-826A-2C9C-BE3A-17E5CF5A0B2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3A3D459F-7726-6A0A-5AED-4ECEB303B9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533A7A0-F601-4B65-6D3F-089EE59FA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2318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1906848-6332-CAAE-B118-3335117D9E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2318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25205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70C628A-9409-8A34-7DD1-450B750B02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00881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A7D26F4-036A-F2F1-403F-445458B4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6984728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698A590-2A25-0F65-E755-28E9F0E25E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698472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CCE597F-86D7-DE24-0269-B59E472911C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9869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7FE2C2C7-E69B-D4BD-540E-94A6945AA55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345633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D4A3C22-A0DB-4971-AE76-220B91354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449836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C7C509-88E0-8755-5280-4C93616BFE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44983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187B4F8-6381-7CB4-1769-4E71DA1485D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3085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E95E40-1F67-A4BD-91C4-10B06BFC34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9B085CFE-8F09-5C09-45D9-4593D77EC854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2FC4ACD-EFA3-1B1F-4B54-E7DC753B9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31034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1290900-1990-559A-FAD4-99BAAD6596A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3103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07498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17195E38-7FC6-7C82-976B-914090CDBB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16622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5B1274-67FF-A2FC-0D74-AEBB180A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7152748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B058D29-C047-45AA-11DE-4409C6E9A0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71527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F4C80DA-14CA-F090-B26A-86FCAC7C3DA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0056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4" y="893308"/>
            <a:ext cx="3419087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Title style</a:t>
            </a:r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19CBD8E-3770-7829-B81C-887EC570AA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4190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2F3770-19C5-C250-0939-BF474B72D8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9424" y="1573248"/>
            <a:ext cx="34190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5401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5949" y="3862812"/>
            <a:ext cx="3587751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Click icon to insert picture</a:t>
            </a:r>
          </a:p>
          <a:p>
            <a:endParaRPr lang="en-AU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4431" y="3862812"/>
            <a:ext cx="3485678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Click icon to insert picture</a:t>
            </a:r>
          </a:p>
          <a:p>
            <a:endParaRPr lang="en-AU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302" y="3862065"/>
            <a:ext cx="3594272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Click icon to insert picture</a:t>
            </a:r>
          </a:p>
          <a:p>
            <a:endParaRPr lang="en-AU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9EFA8B0-6F1D-3FA5-D5DE-A78BF8759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2CD57-BDE9-E3AF-4B63-2D4ED2B9B8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5EAB24A-D8DA-1396-1E18-B18BBCBFDE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007295-B63F-1B35-3794-AF5DE83FCA4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C8E6D614-DBC8-6713-90B3-CFDB1407185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65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5418129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A28934-1104-B82C-2D0A-4CF994E9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463A811-89AA-C956-B600-9A35D201FD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09334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363152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363152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363152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363152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1D54C86-4413-02C5-0A93-C116834B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DE0003D-4D2E-6D51-02D8-02AC677C46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54631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2894"/>
            <a:ext cx="5346039" cy="5108856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43C3501C-A414-1050-2672-EEB7D3C6A7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539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6218"/>
            <a:ext cx="5342561" cy="5105532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2D64416-2888-E40E-073B-DD693DAFFE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4706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276218"/>
            <a:ext cx="5327974" cy="5091592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62319ED4-653B-CEC3-3E72-36058D6EFF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761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5613D74-E949-9C78-0F5C-A4BEC4A3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305818"/>
            <a:ext cx="5616575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39DF032-A55C-0205-77CC-FBAD702882E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5FB939B-1052-2EB4-A2BD-0ACCD8CBF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272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1920B90-DAA5-B751-5EA1-5F06FA9E90BE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05818"/>
            <a:ext cx="5616575" cy="30844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F226896-64ED-7B6B-AAB5-7F257FD8F066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7368B7D-B079-FEEC-53CC-564CF45D4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93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51D36C-464A-753A-A6C2-6007FD2CD35B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14346"/>
            <a:ext cx="5616575" cy="30674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5853BB6-C502-32B6-58E2-30B288C2E67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D3F47B8-B250-F48C-4B21-5272C7937F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332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200" y="2255224"/>
            <a:ext cx="3584502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[Enter text – You can change the colour of this placeholder under the ‘Shape fill’ menu]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245259"/>
            <a:ext cx="3584502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3750" y="2247916"/>
            <a:ext cx="3584502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3184A03-36F4-FCF1-20AB-9B1635CB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BFBA294-9F8C-CCE9-9C42-DAD73C473A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44969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94748" y="2255224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6325" y="3959842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1A52EEE-7440-4E1E-7FFA-F213B4D8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4E25D70-C914-D1F1-DA51-874D6B0D50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28">
            <a:extLst>
              <a:ext uri="{FF2B5EF4-FFF2-40B4-BE49-F238E27FC236}">
                <a16:creationId xmlns:a16="http://schemas.microsoft.com/office/drawing/2014/main" id="{68A78954-C598-334A-B4E0-A0F0D0361E6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85207" y="4890961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50AAF34-C7A5-1CA9-8F66-9A655EC50CB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66782" y="2252914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8036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3483" y="2653252"/>
            <a:ext cx="5399089" cy="1567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13484" y="4705409"/>
            <a:ext cx="5399089" cy="16873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485" y="4426925"/>
            <a:ext cx="5401302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13484" y="2255225"/>
            <a:ext cx="5401300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3F5296CB-B0A0-30E7-090B-56B41A0A01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48E43D-6B82-3167-3033-C5FED336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86FE995-3B5D-9762-9039-0BBDE09B5A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96A8804-7F42-E0AD-5EA9-31B3BD29CF8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4269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40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diam,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in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urna</a:t>
            </a:r>
            <a:endParaRPr lang="en-US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2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diam,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in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urna</a:t>
            </a:r>
            <a:endParaRPr lang="en-US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480356" y="2240725"/>
            <a:ext cx="11228570" cy="4141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298BCD9-9C21-56E1-7707-F77B44BB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77B2126-C11C-FA39-C0A6-D201513ACE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39843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96026" y="3108744"/>
            <a:ext cx="2304000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479425" y="1381104"/>
            <a:ext cx="3442433" cy="5000040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72290" y="1381104"/>
            <a:ext cx="2301456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700734"/>
            <a:ext cx="2952328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7408" y="5553582"/>
            <a:ext cx="2808312" cy="49327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996026" y="1381104"/>
            <a:ext cx="2304000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72290" y="4725144"/>
            <a:ext cx="2301456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176FF6-6361-5464-4628-C711AA41332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46010" y="1381104"/>
            <a:ext cx="2966565" cy="5000040"/>
          </a:xfrm>
          <a:custGeom>
            <a:avLst/>
            <a:gdLst>
              <a:gd name="csX0" fmla="*/ 0 w 2966565"/>
              <a:gd name="csY0" fmla="*/ 0 h 5000040"/>
              <a:gd name="csX1" fmla="*/ 2472128 w 2966565"/>
              <a:gd name="csY1" fmla="*/ 0 h 5000040"/>
              <a:gd name="csX2" fmla="*/ 2966565 w 2966565"/>
              <a:gd name="csY2" fmla="*/ 494437 h 5000040"/>
              <a:gd name="csX3" fmla="*/ 2966565 w 2966565"/>
              <a:gd name="csY3" fmla="*/ 5000040 h 5000040"/>
              <a:gd name="csX4" fmla="*/ 0 w 2966565"/>
              <a:gd name="csY4" fmla="*/ 5000040 h 50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66565" h="5000040">
                <a:moveTo>
                  <a:pt x="0" y="0"/>
                </a:moveTo>
                <a:lnTo>
                  <a:pt x="2472128" y="0"/>
                </a:lnTo>
                <a:cubicBezTo>
                  <a:pt x="2745198" y="0"/>
                  <a:pt x="2966565" y="221367"/>
                  <a:pt x="2966565" y="494437"/>
                </a:cubicBezTo>
                <a:lnTo>
                  <a:pt x="2966565" y="5000040"/>
                </a:lnTo>
                <a:lnTo>
                  <a:pt x="0" y="50000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176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677706-EC87-69BB-A13C-3DBE025C7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479394" y="3563385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79425" y="2568471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/>
              <a:t>Contact</a:t>
            </a:r>
            <a:endParaRPr lang="en-AU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79394" y="3904257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79394" y="4204989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79394" y="4420889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+61 412 345 678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9376" y="6283729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/>
              <a:t>CRICOS 00025B • TEQSA PRV12080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50D34-62BC-17A1-2183-1AFBC4F90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5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CF271C1A-1346-A2EE-441D-A300778F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90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87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EB7D7A-0E06-8AA8-4160-C740F39DD4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2076063"/>
              </p:ext>
            </p:extLst>
          </p:nvPr>
        </p:nvGraphicFramePr>
        <p:xfrm>
          <a:off x="12360696" y="0"/>
          <a:ext cx="7460904" cy="685799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963649386"/>
                    </a:ext>
                  </a:extLst>
                </a:gridCol>
                <a:gridCol w="2470312">
                  <a:extLst>
                    <a:ext uri="{9D8B030D-6E8A-4147-A177-3AD203B41FA5}">
                      <a16:colId xmlns:a16="http://schemas.microsoft.com/office/drawing/2014/main" val="3903055913"/>
                    </a:ext>
                  </a:extLst>
                </a:gridCol>
                <a:gridCol w="2614328">
                  <a:extLst>
                    <a:ext uri="{9D8B030D-6E8A-4147-A177-3AD203B41FA5}">
                      <a16:colId xmlns:a16="http://schemas.microsoft.com/office/drawing/2014/main" val="2265981726"/>
                    </a:ext>
                  </a:extLst>
                </a:gridCol>
              </a:tblGrid>
              <a:tr h="913381">
                <a:tc gridSpan="3">
                  <a:txBody>
                    <a:bodyPr/>
                    <a:lstStyle/>
                    <a:p>
                      <a:r>
                        <a:rPr lang="en-AU"/>
                        <a:t>Process Diagram Toolkit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063902"/>
                  </a:ext>
                </a:extLst>
              </a:tr>
              <a:tr h="913381">
                <a:tc gridSpan="3">
                  <a:txBody>
                    <a:bodyPr/>
                    <a:lstStyle/>
                    <a:p>
                      <a:r>
                        <a:rPr lang="en-AU"/>
                        <a:t>Instructions: Copy the lines, dot and icons to build your infographic.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760299"/>
                  </a:ext>
                </a:extLst>
              </a:tr>
              <a:tr h="1145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1"/>
                        <a:t>ICON: Colour</a:t>
                      </a:r>
                    </a:p>
                    <a:p>
                      <a:endParaRPr lang="en-US" sz="16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Hex </a:t>
                      </a:r>
                      <a:r>
                        <a:rPr lang="en-AU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#962A8B</a:t>
                      </a:r>
                      <a:endParaRPr lang="en-US" sz="1600" b="1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 150, 42, 139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b="1"/>
                        <a:t>Size</a:t>
                      </a:r>
                      <a:r>
                        <a:rPr lang="en-AU"/>
                        <a:t>: </a:t>
                      </a:r>
                    </a:p>
                    <a:p>
                      <a:r>
                        <a:rPr lang="en-AU"/>
                        <a:t>1.7cm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b="1"/>
                        <a:t>Size</a:t>
                      </a:r>
                      <a:r>
                        <a:rPr lang="en-AU"/>
                        <a:t> </a:t>
                      </a:r>
                    </a:p>
                    <a:p>
                      <a:r>
                        <a:rPr lang="en-AU"/>
                        <a:t>1.2cm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98587974"/>
                  </a:ext>
                </a:extLst>
              </a:tr>
              <a:tr h="1145547">
                <a:tc>
                  <a:txBody>
                    <a:bodyPr/>
                    <a:lstStyle/>
                    <a:p>
                      <a:r>
                        <a:rPr lang="en-AU" sz="1600" b="1"/>
                        <a:t>TEXT </a:t>
                      </a:r>
                      <a:br>
                        <a:rPr lang="en-AU" sz="1600" b="1"/>
                      </a:b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Hex is #333333 OR</a:t>
                      </a:r>
                    </a:p>
                    <a:p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 is 51,51,51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Bold 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(20pt)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Body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Regular (18pt)</a:t>
                      </a:r>
                    </a:p>
                    <a:p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Font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76521"/>
                  </a:ext>
                </a:extLst>
              </a:tr>
              <a:tr h="2740143">
                <a:tc>
                  <a:txBody>
                    <a:bodyPr/>
                    <a:lstStyle/>
                    <a:p>
                      <a:r>
                        <a:rPr lang="en-AU" b="1"/>
                        <a:t>LINES &amp; DOTS</a:t>
                      </a:r>
                    </a:p>
                    <a:p>
                      <a:r>
                        <a:rPr lang="en-AU" sz="1600" b="0"/>
                        <a:t>Line = 5pt</a:t>
                      </a:r>
                    </a:p>
                    <a:p>
                      <a:endParaRPr lang="en-AU" sz="1600" b="0"/>
                    </a:p>
                    <a:p>
                      <a:r>
                        <a:rPr lang="en-AU" sz="1600" b="0"/>
                        <a:t>Dot 1= 0.8cm by 0.8cm</a:t>
                      </a:r>
                    </a:p>
                    <a:p>
                      <a:endParaRPr lang="en-AU" sz="1600" b="0"/>
                    </a:p>
                    <a:p>
                      <a:endParaRPr lang="en-AU" sz="1600" b="0"/>
                    </a:p>
                    <a:p>
                      <a:endParaRPr lang="en-AU" sz="1600" b="0"/>
                    </a:p>
                    <a:p>
                      <a:r>
                        <a:rPr lang="en-AU" sz="1600" b="0"/>
                        <a:t>Dot 2 = 1.5cm by 1.5cm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 b="1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342367"/>
                  </a:ext>
                </a:extLst>
              </a:tr>
            </a:tbl>
          </a:graphicData>
        </a:graphic>
      </p:graphicFrame>
      <p:sp>
        <p:nvSpPr>
          <p:cNvPr id="6" name="Text Description 1">
            <a:extLst>
              <a:ext uri="{FF2B5EF4-FFF2-40B4-BE49-F238E27FC236}">
                <a16:creationId xmlns:a16="http://schemas.microsoft.com/office/drawing/2014/main" id="{F36009B5-AE92-1755-D347-43B8BF254B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473264" y="3573016"/>
            <a:ext cx="2140251" cy="360040"/>
          </a:xfrm>
        </p:spPr>
        <p:txBody>
          <a:bodyPr anchor="ctr">
            <a:noAutofit/>
          </a:bodyPr>
          <a:lstStyle>
            <a:lvl1pPr algn="ctr">
              <a:defRPr sz="1600" b="0" i="0"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</a:t>
            </a:r>
            <a:endParaRPr lang="en-AU"/>
          </a:p>
        </p:txBody>
      </p:sp>
      <p:sp>
        <p:nvSpPr>
          <p:cNvPr id="7" name="Text Title 1">
            <a:extLst>
              <a:ext uri="{FF2B5EF4-FFF2-40B4-BE49-F238E27FC236}">
                <a16:creationId xmlns:a16="http://schemas.microsoft.com/office/drawing/2014/main" id="{37B05681-4DFE-C8A1-C0AE-4416D29477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473263" y="3210879"/>
            <a:ext cx="2140251" cy="360040"/>
          </a:xfrm>
        </p:spPr>
        <p:txBody>
          <a:bodyPr anchor="ctr">
            <a:noAutofit/>
          </a:bodyPr>
          <a:lstStyle>
            <a:lvl1pPr algn="ctr">
              <a:defRPr sz="2000" b="1" i="0"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/>
              <a:t>Title</a:t>
            </a:r>
            <a:endParaRPr lang="en-AU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8EE7DA60-4736-464E-CD98-16625000F854}"/>
              </a:ext>
            </a:extLst>
          </p:cNvPr>
          <p:cNvSpPr>
            <a:spLocks noChangeAspect="1"/>
          </p:cNvSpPr>
          <p:nvPr userDrawn="1"/>
        </p:nvSpPr>
        <p:spPr>
          <a:xfrm>
            <a:off x="18355369" y="2068370"/>
            <a:ext cx="540000" cy="54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Graphic 4" descr="Atom">
            <a:extLst>
              <a:ext uri="{FF2B5EF4-FFF2-40B4-BE49-F238E27FC236}">
                <a16:creationId xmlns:a16="http://schemas.microsoft.com/office/drawing/2014/main" id="{A0FCEF86-224C-BBCE-2D63-5DD3E9E714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09369" y="2122370"/>
            <a:ext cx="432000" cy="432000"/>
          </a:xfrm>
          <a:prstGeom prst="rect">
            <a:avLst/>
          </a:prstGeom>
        </p:spPr>
      </p:pic>
      <p:pic>
        <p:nvPicPr>
          <p:cNvPr id="12" name="Graphic 4" descr="Atom">
            <a:extLst>
              <a:ext uri="{FF2B5EF4-FFF2-40B4-BE49-F238E27FC236}">
                <a16:creationId xmlns:a16="http://schemas.microsoft.com/office/drawing/2014/main" id="{FFBE597B-89A0-108C-614D-F27D575FD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28452" y="2122370"/>
            <a:ext cx="612000" cy="612000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9FF19F63-D493-9DD4-9168-D5CEC3AD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46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[Title]</a:t>
            </a:r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25" y="6381750"/>
            <a:ext cx="3744913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7" y="6381750"/>
            <a:ext cx="504007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7ADE36-9EB9-1A3D-CE99-C5552C1ECBB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0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  <p:sldLayoutId id="2147483913" r:id="rId16"/>
    <p:sldLayoutId id="2147483914" r:id="rId17"/>
    <p:sldLayoutId id="2147483915" r:id="rId18"/>
    <p:sldLayoutId id="2147483916" r:id="rId19"/>
    <p:sldLayoutId id="2147483917" r:id="rId20"/>
    <p:sldLayoutId id="2147483918" r:id="rId21"/>
    <p:sldLayoutId id="2147483919" r:id="rId22"/>
    <p:sldLayoutId id="2147483920" r:id="rId23"/>
    <p:sldLayoutId id="2147483921" r:id="rId24"/>
    <p:sldLayoutId id="2147483922" r:id="rId25"/>
    <p:sldLayoutId id="2147483923" r:id="rId26"/>
    <p:sldLayoutId id="2147483924" r:id="rId27"/>
    <p:sldLayoutId id="2147483925" r:id="rId28"/>
    <p:sldLayoutId id="2147483926" r:id="rId29"/>
    <p:sldLayoutId id="2147483927" r:id="rId30"/>
    <p:sldLayoutId id="2147483928" r:id="rId31"/>
    <p:sldLayoutId id="2147483929" r:id="rId32"/>
    <p:sldLayoutId id="2147483930" r:id="rId33"/>
    <p:sldLayoutId id="2147483931" r:id="rId34"/>
    <p:sldLayoutId id="2147483932" r:id="rId35"/>
    <p:sldLayoutId id="2147483933" r:id="rId36"/>
    <p:sldLayoutId id="2147483934" r:id="rId37"/>
    <p:sldLayoutId id="2147483935" r:id="rId38"/>
    <p:sldLayoutId id="2147483936" r:id="rId39"/>
    <p:sldLayoutId id="2147483937" r:id="rId40"/>
    <p:sldLayoutId id="2147483938" r:id="rId41"/>
    <p:sldLayoutId id="2147483939" r:id="rId42"/>
    <p:sldLayoutId id="2147483940" r:id="rId43"/>
    <p:sldLayoutId id="2147483941" r:id="rId44"/>
    <p:sldLayoutId id="2147483942" r:id="rId45"/>
    <p:sldLayoutId id="2147483943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02">
          <p15:clr>
            <a:srgbClr val="F26B43"/>
          </p15:clr>
        </p15:guide>
        <p15:guide id="7" orient="horz" pos="300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3" pos="7378">
          <p15:clr>
            <a:srgbClr val="F26B43"/>
          </p15:clr>
        </p15:guide>
        <p15:guide id="14" orient="horz" pos="1026">
          <p15:clr>
            <a:srgbClr val="F26B43"/>
          </p15:clr>
        </p15:guide>
        <p15:guide id="19" orient="horz" pos="1661">
          <p15:clr>
            <a:srgbClr val="F26B43"/>
          </p15:clr>
        </p15:guide>
        <p15:guide id="20" orient="horz" pos="1933">
          <p15:clr>
            <a:srgbClr val="F26B43"/>
          </p15:clr>
        </p15:guide>
        <p15:guide id="21" pos="2661">
          <p15:clr>
            <a:srgbClr val="F26B43"/>
          </p15:clr>
        </p15:guide>
        <p15:guide id="22" pos="501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2496-48B8-4415-CD24-D18B341C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2E042-D00E-9F3B-78A1-B95A7EEC84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94227-F77D-DD69-799D-C387F86CDD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3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1">
            <a:extLst>
              <a:ext uri="{FF2B5EF4-FFF2-40B4-BE49-F238E27FC236}">
                <a16:creationId xmlns:a16="http://schemas.microsoft.com/office/drawing/2014/main" id="{578C8778-2EB6-B6AF-2EA3-EEE0D92B333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AE032A-5ACA-6864-F8C5-6C411F0B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C5E43-B454-EA2E-7BE9-ACDED569E8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F83EC-C556-DADD-E82B-DE69AB8FC0B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322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863E-2214-535D-7B11-A8B7B342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75AE0-ACC1-6D78-9E25-A10DC5C122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3585C-48FB-D2AA-5900-1F8FFE9046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B75BD-C998-7B1C-32AC-E37C5351F9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67617-EB05-C832-E7C0-6463973A663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040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5E4579-4FD3-6953-77C1-9F9B040CA7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EDF667-61AE-2121-7835-2120BA05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FB924-479B-8DC3-3384-533A98FCB1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7D87D-2387-B149-5719-875DFE6E7D9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4463D5-8F39-A14D-7393-A9AC95C80B6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5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898B62-4906-9CC9-DAB1-047CFBC91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A64202-1EFF-0122-EBA3-79CED445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7463F-A382-571D-A961-27C529F074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BB7426-0B58-1684-8F73-C1F5863612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2EB4F3-026E-B6A1-E7F2-2E2CD11BBE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3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UNIVERSITY OF QUEENSLAND" val="nebdf4Wc"/>
  <p:tag name="ARTICULATE_PROJECT_OPEN" val="0"/>
  <p:tag name="ARTICULATE_SLIDE_COUNT" val="8"/>
  <p:tag name="TPFULLVERSION" val="1.2.6.5"/>
  <p:tag name="TPLASTSAVEPRODUCT" val="EchoPoll for PowerPoint"/>
  <p:tag name="TPLASTSAVEVERSION" val="6.2 PC"/>
  <p:tag name="TPOS" val="2"/>
  <p:tag name="TPVERSION" val="8"/>
</p:tagLst>
</file>

<file path=ppt/theme/theme1.xml><?xml version="1.0" encoding="utf-8"?>
<a:theme xmlns:a="http://schemas.openxmlformats.org/drawingml/2006/main" name="2_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-PowerPoint-template" id="{77828F8A-DB63-0A4A-841F-23FA6B70F718}" vid="{CA0FB5E4-0CD0-9C43-BF98-9BFD66C680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921361-bd57-4586-b087-dd1fb2d2f8c3">
      <Terms xmlns="http://schemas.microsoft.com/office/infopath/2007/PartnerControls"/>
    </lcf76f155ced4ddcb4097134ff3c332f>
    <SharedWithUsers xmlns="36cf65a5-83fe-417a-8b3d-e02ddd78de7c">
      <UserInfo>
        <DisplayName>Anna Black</DisplayName>
        <AccountId>38</AccountId>
        <AccountType/>
      </UserInfo>
      <UserInfo>
        <DisplayName>Kimberley Hanson</DisplayName>
        <AccountId>21</AccountId>
        <AccountType/>
      </UserInfo>
    </SharedWithUsers>
    <Printingrequirements xmlns="14921361-bd57-4586-b087-dd1fb2d2f8c3" xsi:nil="true"/>
    <HBRCoursepackNeeded xmlns="14921361-bd57-4586-b087-dd1fb2d2f8c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C9797CEB89F3408062F5DB2CB8E219" ma:contentTypeVersion="21" ma:contentTypeDescription="Create a new document." ma:contentTypeScope="" ma:versionID="54ac0b3ceffe9d479ecd72515fbe0095">
  <xsd:schema xmlns:xsd="http://www.w3.org/2001/XMLSchema" xmlns:xs="http://www.w3.org/2001/XMLSchema" xmlns:p="http://schemas.microsoft.com/office/2006/metadata/properties" xmlns:ns2="14921361-bd57-4586-b087-dd1fb2d2f8c3" xmlns:ns3="36cf65a5-83fe-417a-8b3d-e02ddd78de7c" targetNamespace="http://schemas.microsoft.com/office/2006/metadata/properties" ma:root="true" ma:fieldsID="c05d8155aa74975fa25525e27e8468f8" ns2:_="" ns3:_="">
    <xsd:import namespace="14921361-bd57-4586-b087-dd1fb2d2f8c3"/>
    <xsd:import namespace="36cf65a5-83fe-417a-8b3d-e02ddd78de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Printingrequirements" minOccurs="0"/>
                <xsd:element ref="ns2:MediaServiceObjectDetectorVersions" minOccurs="0"/>
                <xsd:element ref="ns2:MediaServiceSearchProperties" minOccurs="0"/>
                <xsd:element ref="ns2:HBRCoursepackNeeded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921361-bd57-4586-b087-dd1fb2d2f8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8babe79-dfb6-408c-aa7a-07abcf6a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Printingrequirements" ma:index="21" nillable="true" ma:displayName="Printing requirements" ma:format="Dropdown" ma:internalName="Printingrequirements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HBRCoursepackNeeded" ma:index="24" nillable="true" ma:displayName="HBR Coursepack Needed" ma:description="Yes" ma:format="Dropdown" ma:internalName="HBRCoursepackNeeded">
      <xsd:simpleType>
        <xsd:restriction base="dms:Text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f65a5-83fe-417a-8b3d-e02ddd78de7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C157AD-5E83-4CE2-936D-A61665D0D3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38170E-189D-4052-A990-8EB22208FD39}">
  <ds:schemaRefs>
    <ds:schemaRef ds:uri="14921361-bd57-4586-b087-dd1fb2d2f8c3"/>
    <ds:schemaRef ds:uri="36cf65a5-83fe-417a-8b3d-e02ddd78de7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1979125-B073-4463-9EEB-645787803F13}">
  <ds:schemaRefs>
    <ds:schemaRef ds:uri="14921361-bd57-4586-b087-dd1fb2d2f8c3"/>
    <ds:schemaRef ds:uri="36cf65a5-83fe-417a-8b3d-e02ddd78de7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HBIS Program Template 2024 (with Attribution and Copyright)</Template>
  <TotalTime>342</TotalTime>
  <Words>24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DM Sans</vt:lpstr>
      <vt:lpstr>2_University of Queensland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Queensland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Rosa Sturley</dc:creator>
  <cp:lastModifiedBy>Sean and Tsarie Duthie</cp:lastModifiedBy>
  <cp:revision>36</cp:revision>
  <cp:lastPrinted>2025-11-02T10:24:37Z</cp:lastPrinted>
  <dcterms:created xsi:type="dcterms:W3CDTF">2024-07-01T05:16:28Z</dcterms:created>
  <dcterms:modified xsi:type="dcterms:W3CDTF">2026-04-10T04:53:50Z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0x010100CDC9797CEB89F3408062F5DB2CB8E219</vt:lpwstr>
  </property>
  <property fmtid="{D5CDD505-2E9C-101B-9397-08002B2CF9AE}" pid="10" name="ArticulateGUID">
    <vt:lpwstr>1C24F8E9-6B67-4358-A220-9D813B498824</vt:lpwstr>
  </property>
  <property fmtid="{D5CDD505-2E9C-101B-9397-08002B2CF9AE}" pid="11" name="ArticulatePath">
    <vt:lpwstr>https://uq-my.sharepoint.com/personal/uqablac7_uq_edu_au/Documents/Microsoft Teams Chat Files/HBIS Program Template 2024 (2)</vt:lpwstr>
  </property>
  <property fmtid="{D5CDD505-2E9C-101B-9397-08002B2CF9AE}" pid="12" name="MediaServiceImageTags">
    <vt:lpwstr/>
  </property>
</Properties>
</file>